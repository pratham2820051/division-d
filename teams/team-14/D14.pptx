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sldIdLst>
    <p:sldId id="256" r:id="rId2"/>
    <p:sldId id="257" r:id="rId3"/>
    <p:sldId id="270" r:id="rId4"/>
    <p:sldId id="273" r:id="rId5"/>
    <p:sldId id="274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28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17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5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21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24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8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66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74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10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48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BC9D66E-062A-41BA-9118-0795903027F5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DDE7CE1-0050-4644-AAB7-3020967A9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58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6C12C4-9961-6E07-8C30-B6DD407987AE}"/>
              </a:ext>
            </a:extLst>
          </p:cNvPr>
          <p:cNvSpPr txBox="1"/>
          <p:nvPr/>
        </p:nvSpPr>
        <p:spPr>
          <a:xfrm>
            <a:off x="2136877" y="1020273"/>
            <a:ext cx="80985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Security Audit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Generator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55EE1-314E-04F3-BE85-71632DA3F829}"/>
              </a:ext>
            </a:extLst>
          </p:cNvPr>
          <p:cNvSpPr txBox="1"/>
          <p:nvPr/>
        </p:nvSpPr>
        <p:spPr>
          <a:xfrm>
            <a:off x="4720333" y="1963044"/>
            <a:ext cx="283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Guide : </a:t>
            </a:r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Guruprasad</a:t>
            </a:r>
            <a:r>
              <a:rPr lang="en-IN" dirty="0" smtClean="0"/>
              <a:t> K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04280F-DD19-260D-9F53-D223B59B8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704042"/>
              </p:ext>
            </p:extLst>
          </p:nvPr>
        </p:nvGraphicFramePr>
        <p:xfrm>
          <a:off x="2208981" y="3976872"/>
          <a:ext cx="7495458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98486">
                  <a:extLst>
                    <a:ext uri="{9D8B030D-6E8A-4147-A177-3AD203B41FA5}">
                      <a16:colId xmlns:a16="http://schemas.microsoft.com/office/drawing/2014/main" val="2161930847"/>
                    </a:ext>
                  </a:extLst>
                </a:gridCol>
                <a:gridCol w="2498486">
                  <a:extLst>
                    <a:ext uri="{9D8B030D-6E8A-4147-A177-3AD203B41FA5}">
                      <a16:colId xmlns:a16="http://schemas.microsoft.com/office/drawing/2014/main" val="2358641969"/>
                    </a:ext>
                  </a:extLst>
                </a:gridCol>
                <a:gridCol w="2498486">
                  <a:extLst>
                    <a:ext uri="{9D8B030D-6E8A-4147-A177-3AD203B41FA5}">
                      <a16:colId xmlns:a16="http://schemas.microsoft.com/office/drawing/2014/main" val="1179022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USN</a:t>
                      </a:r>
                      <a:endParaRPr lang="en-IN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098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Pritesh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Kotur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01fe23bcs131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64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Kavya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Uppin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01fe23bcs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068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Vinay M </a:t>
                      </a:r>
                      <a:r>
                        <a:rPr lang="en-IN" dirty="0" err="1"/>
                        <a:t>Madgi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01fe23bcs306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00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434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Bhavana</a:t>
                      </a:r>
                      <a:r>
                        <a:rPr lang="en-IN" dirty="0" smtClean="0"/>
                        <a:t>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01fe23bcs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236986"/>
                  </a:ext>
                </a:extLst>
              </a:tr>
            </a:tbl>
          </a:graphicData>
        </a:graphic>
      </p:graphicFrame>
      <p:pic>
        <p:nvPicPr>
          <p:cNvPr id="8" name="Picture 8" descr="Picture 8">
            <a:extLst>
              <a:ext uri="{FF2B5EF4-FFF2-40B4-BE49-F238E27FC236}">
                <a16:creationId xmlns:a16="http://schemas.microsoft.com/office/drawing/2014/main" id="{F2429811-22AD-5C8C-A4C7-C1F9007A6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542" y="0"/>
            <a:ext cx="2415136" cy="46166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DA56ED-9F17-C827-24E5-0F23BB2738A6}"/>
              </a:ext>
            </a:extLst>
          </p:cNvPr>
          <p:cNvSpPr txBox="1"/>
          <p:nvPr/>
        </p:nvSpPr>
        <p:spPr>
          <a:xfrm>
            <a:off x="5380997" y="2969958"/>
            <a:ext cx="1322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– D14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2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520BE-F8EA-6AAF-D934-3431C3CF59C8}"/>
              </a:ext>
            </a:extLst>
          </p:cNvPr>
          <p:cNvSpPr txBox="1"/>
          <p:nvPr/>
        </p:nvSpPr>
        <p:spPr>
          <a:xfrm>
            <a:off x="383459" y="275302"/>
            <a:ext cx="2725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3" name="Picture 8" descr="Picture 8">
            <a:extLst>
              <a:ext uri="{FF2B5EF4-FFF2-40B4-BE49-F238E27FC236}">
                <a16:creationId xmlns:a16="http://schemas.microsoft.com/office/drawing/2014/main" id="{8C5AFB06-BDAF-2133-E4CB-19756EDF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439" y="44470"/>
            <a:ext cx="2415136" cy="461665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/>
          <p:cNvSpPr/>
          <p:nvPr/>
        </p:nvSpPr>
        <p:spPr>
          <a:xfrm>
            <a:off x="383459" y="130398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 surged 124% in 2024, with over 18.8 billion connected devices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most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deploying cameras, smart meters, and industrial sensors have no automated way to assess their security posture.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3459" y="293571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vulnerabilities like weak authentication, lack of encryption, and outdated firmware persist across device fleets, while only 35% of IT leaders feel confident in their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vulnerability discovery methods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3459" y="456744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three breaches now involves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device, yet security audits remain slow, manual, and inconsistent. This system replaces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a device specification as input and instantly generating a structured audit report with OWASP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10 findings, attack surface maps,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mitigations.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2" descr="Introduction to IOT - TechVidv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Introduction to IOT - TechVidva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36" y="617949"/>
            <a:ext cx="5433639" cy="32461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251" y="3951085"/>
            <a:ext cx="5122607" cy="276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0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cture 8">
            <a:extLst>
              <a:ext uri="{FF2B5EF4-FFF2-40B4-BE49-F238E27FC236}">
                <a16:creationId xmlns:a16="http://schemas.microsoft.com/office/drawing/2014/main" id="{37B59DB7-D249-B341-515E-5C748C868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439" y="0"/>
            <a:ext cx="2415136" cy="46166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17D4E-99F3-CAAB-60A5-867E0411C05D}"/>
              </a:ext>
            </a:extLst>
          </p:cNvPr>
          <p:cNvSpPr txBox="1"/>
          <p:nvPr/>
        </p:nvSpPr>
        <p:spPr>
          <a:xfrm>
            <a:off x="383459" y="275302"/>
            <a:ext cx="4060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83DBD-9FFE-C3D0-A875-0071CF4FD4DD}"/>
              </a:ext>
            </a:extLst>
          </p:cNvPr>
          <p:cNvSpPr txBox="1"/>
          <p:nvPr/>
        </p:nvSpPr>
        <p:spPr>
          <a:xfrm>
            <a:off x="538975" y="975104"/>
            <a:ext cx="10373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deploying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(cameras, sensors, smart meters) lack automated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posture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assessments. Build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 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that takes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specification sheet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generates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security audit report covering attack surface, OWASP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vulnerabilities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recommended mitigations, and a device security score.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3459" y="2668360"/>
            <a:ext cx="23080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Objectives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2725" y="3371122"/>
            <a:ext cx="1018553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security posture against the OWASP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10 from a device specification sheet.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map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full attack surface across communication, physical, and firmware layers with a quantified security score.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structured, downloadable mitigation report with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prioritised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remediation steps per vulnerability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59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cture 8">
            <a:extLst>
              <a:ext uri="{FF2B5EF4-FFF2-40B4-BE49-F238E27FC236}">
                <a16:creationId xmlns:a16="http://schemas.microsoft.com/office/drawing/2014/main" id="{37B59DB7-D249-B341-515E-5C748C868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439" y="0"/>
            <a:ext cx="2415136" cy="46166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17D4E-99F3-CAAB-60A5-867E0411C05D}"/>
              </a:ext>
            </a:extLst>
          </p:cNvPr>
          <p:cNvSpPr txBox="1"/>
          <p:nvPr/>
        </p:nvSpPr>
        <p:spPr>
          <a:xfrm>
            <a:off x="383459" y="275302"/>
            <a:ext cx="4552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Architecture Diagram</a:t>
            </a:r>
            <a:endParaRPr lang="en-IN" sz="32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5" y="989045"/>
            <a:ext cx="12044929" cy="520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28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cture 8">
            <a:extLst>
              <a:ext uri="{FF2B5EF4-FFF2-40B4-BE49-F238E27FC236}">
                <a16:creationId xmlns:a16="http://schemas.microsoft.com/office/drawing/2014/main" id="{37B59DB7-D249-B341-515E-5C748C868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439" y="0"/>
            <a:ext cx="2415136" cy="46166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17D4E-99F3-CAAB-60A5-867E0411C05D}"/>
              </a:ext>
            </a:extLst>
          </p:cNvPr>
          <p:cNvSpPr txBox="1"/>
          <p:nvPr/>
        </p:nvSpPr>
        <p:spPr>
          <a:xfrm>
            <a:off x="383459" y="275302"/>
            <a:ext cx="4552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Tech Stack</a:t>
            </a:r>
            <a:endParaRPr lang="en-IN" sz="32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65" cy="36933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3499" y="1138335"/>
            <a:ext cx="1173611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Frontend (User Interface)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framework for building the interactive dashboard and uploading documents.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</a:t>
            </a:r>
            <a:r>
              <a:rPr lang="en-US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For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rapidly styling a premium, modern, and responsive user interface.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Fetch API: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sending the uploaded PDF/DOCX files from the React UI to the Python backend and receiving the JSON data.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(API &amp; Orchestration)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programming language for the backend logic.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lightning-fast web framework to wrap your 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Python logic into an API endpoint that the React app can talk to. (Flask is also an option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natively supports our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schemas).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strictly define the data schemas (like </a:t>
            </a:r>
            <a:r>
              <a:rPr lang="en-US" alt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enforce the structure of the data flowing through the app.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 &amp; Data Extraction Pipeline (The Core Engine)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LlamaParse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(by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specialized document parsing engine used to read complex PDFs and Word files, perfectly extracting text, tables, and images into clean Markdown.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(gemini-2.5-flash):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Multimodal Large Language Model used as the "brain." It reads the parsed Markdown and uses "Structured Outputs" to deterministically extract the exact technical features we need.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Report Generation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en-US" alt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 library that you can use on the backend to dynamically generate a formatted Microsoft Word document containing the extracted features, allowing the user to download a final "Audit Report" from the React dashboard</a:t>
            </a:r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0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cture 8">
            <a:extLst>
              <a:ext uri="{FF2B5EF4-FFF2-40B4-BE49-F238E27FC236}">
                <a16:creationId xmlns:a16="http://schemas.microsoft.com/office/drawing/2014/main" id="{9AFF1980-ED35-75AB-86C3-82911276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439" y="44470"/>
            <a:ext cx="2415136" cy="46166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CAB578-8C20-5378-EF95-B774ED10F3A4}"/>
              </a:ext>
            </a:extLst>
          </p:cNvPr>
          <p:cNvSpPr txBox="1"/>
          <p:nvPr/>
        </p:nvSpPr>
        <p:spPr>
          <a:xfrm>
            <a:off x="4217922" y="2413337"/>
            <a:ext cx="37561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75926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104</TotalTime>
  <Words>371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Rounded MT Bold</vt:lpstr>
      <vt:lpstr>Rockwell</vt:lpstr>
      <vt:lpstr>Rockwell Condensed</vt:lpstr>
      <vt:lpstr>Times New Roman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sahana gidnandi</dc:creator>
  <cp:lastModifiedBy>Vinay Madgi</cp:lastModifiedBy>
  <cp:revision>54</cp:revision>
  <dcterms:created xsi:type="dcterms:W3CDTF">2025-10-05T17:53:00Z</dcterms:created>
  <dcterms:modified xsi:type="dcterms:W3CDTF">2026-05-30T18:49:55Z</dcterms:modified>
</cp:coreProperties>
</file>