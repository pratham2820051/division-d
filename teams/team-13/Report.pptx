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325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BECD32-00C6-C89E-E4CA-C0CD496EE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370240"/>
              </p:ext>
            </p:extLst>
          </p:nvPr>
        </p:nvGraphicFramePr>
        <p:xfrm>
          <a:off x="2801324" y="3054332"/>
          <a:ext cx="3413760" cy="152400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335418424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82681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  <a:endParaRPr lang="en-IN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USN</a:t>
                      </a:r>
                      <a:endParaRPr lang="en-IN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85311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Pratham H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01fe24bcs404</a:t>
                      </a:r>
                      <a:endParaRPr lang="en-IN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04116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MD Waseem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01fe24bcs406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351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dirty="0">
                          <a:effectLst/>
                        </a:rPr>
                        <a:t>Prajwal </a:t>
                      </a: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>
                          <a:effectLst/>
                        </a:rPr>
                        <a:t>01fe24bcs405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539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Abhishek </a:t>
                      </a:r>
                      <a:endParaRPr lang="en-IN" sz="1400" dirty="0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01fe23bcs277</a:t>
                      </a:r>
                      <a:endParaRPr lang="en-IN" sz="1400" dirty="0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81372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CE59D71-01F7-EE1E-A8CF-4757F8A09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842" y="1885981"/>
            <a:ext cx="34132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/>
              <a:t>Building Plan Compliance Checker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D1EA25-9747-BA20-717E-ED84FAA35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495" y="452892"/>
            <a:ext cx="6724650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693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54864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715" y="1270343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dirty="0"/>
              <a:t>Build a GenAI-powered Building Plan Compliance Checker that automatically analyzes building specifications against Development Control Regulations. The system should ingest regulation documents and building specification details, identify compliance violations, and generate a detailed assessment report with PASS/FAIL status and regulation citations for each parameter.</a:t>
            </a:r>
          </a:p>
        </p:txBody>
      </p:sp>
      <p:sp>
        <p:nvSpPr>
          <p:cNvPr id="13" name="Text 11"/>
          <p:cNvSpPr/>
          <p:nvPr/>
        </p:nvSpPr>
        <p:spPr>
          <a:xfrm>
            <a:off x="4828032" y="15910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8032" y="19568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OBJECTIVES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54864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AE763082-8339-18D2-9567-AFD5FC5EE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19874"/>
            <a:ext cx="8027581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regulations from the Hubballi-Dharwad Master Plan 2031 PDF.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searchable regulation knowledge base using FAISS and embeddings.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Accept building specifications such as FAR, setbacks, building height, usage type, and plot area.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compare proposed building parameters with applicable regulations.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compliance results with PASS/FAIL status for each parameter.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regulation citations and explanations for non-compliance.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downloadable compliance reports for decision-making and documentation.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417320"/>
            <a:ext cx="2743200" cy="14630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41732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19110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Streamlit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417320"/>
            <a:ext cx="2743200" cy="14630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5848" y="14173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3008" y="19110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Gemini 2.5 Flash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7648" y="1417320"/>
            <a:ext cx="2743200" cy="14630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141732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19110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64808" y="2258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Sentence Transformers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3108960"/>
            <a:ext cx="2743200" cy="14630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10896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6027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PyPDF2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" y="3950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LangChain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55848" y="3108960"/>
            <a:ext cx="2743200" cy="14630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55848" y="3108960"/>
            <a:ext cx="27432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93008" y="36027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(custom logic)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27648" y="3108960"/>
            <a:ext cx="2743200" cy="14630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27648" y="3108960"/>
            <a:ext cx="2743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64808" y="36027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ReportLab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64808" y="3950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Pandas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54864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46120"/>
            <a:ext cx="64008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3762ED6-43AD-2D0B-26D5-04FABF5BF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490" y="840822"/>
            <a:ext cx="6055020" cy="4036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194</Words>
  <Application>Microsoft Office PowerPoint</Application>
  <PresentationFormat>On-screen Show (16:9)</PresentationFormat>
  <Paragraphs>43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Plan Compliance Checker</dc:title>
  <dc:subject>PptxGenJS Presentation</dc:subject>
  <dc:creator>PptxGenJS</dc:creator>
  <cp:lastModifiedBy>Pratham H</cp:lastModifiedBy>
  <cp:revision>7</cp:revision>
  <dcterms:created xsi:type="dcterms:W3CDTF">2026-05-30T17:58:17Z</dcterms:created>
  <dcterms:modified xsi:type="dcterms:W3CDTF">2026-05-30T18:40:50Z</dcterms:modified>
</cp:coreProperties>
</file>